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Clay'sCars.com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Car Listing Aggregator for Madison, IN</a:t>
            </a:r>
          </a:p>
          <a:p>
            <a:r>
              <a:t>By Clay Vaughn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Problem Statement</a:t>
            </a:r>
          </a:p>
          <a:p>
            <a:r>
              <a:t>• Core Features</a:t>
            </a:r>
          </a:p>
          <a:p>
            <a:r>
              <a:t>• Demonstration</a:t>
            </a:r>
          </a:p>
          <a:p>
            <a:r>
              <a:t>• Automation Highlights</a:t>
            </a:r>
          </a:p>
          <a:p>
            <a:r>
              <a:t>•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Dropdown filters for Make, Model, Year</a:t>
            </a:r>
          </a:p>
          <a:p>
            <a:r>
              <a:t>- Instant filtering (no reloads)</a:t>
            </a:r>
          </a:p>
          <a:p>
            <a:r>
              <a:t>- Search result preview format</a:t>
            </a:r>
          </a:p>
          <a:p>
            <a:r>
              <a:t>- Dealer link opens in new tab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Open index.html in browser</a:t>
            </a:r>
          </a:p>
          <a:p>
            <a:r>
              <a:t>- Choose filters to narrow results</a:t>
            </a:r>
          </a:p>
          <a:p>
            <a:r>
              <a:t>- Click a listing to view full dealer page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Automation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Inventory filter is fully automatic</a:t>
            </a:r>
          </a:p>
          <a:p>
            <a:r>
              <a:t>- No backend required</a:t>
            </a:r>
          </a:p>
          <a:p>
            <a:r>
              <a:t>- Fast match logic</a:t>
            </a:r>
          </a:p>
          <a:p>
            <a:r>
              <a:t>- Smart dropdown population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Problem: fragmented local dealership search</a:t>
            </a:r>
          </a:p>
          <a:p>
            <a:r>
              <a:t>- Solution: Clay'sCars.com</a:t>
            </a:r>
          </a:p>
          <a:p>
            <a:r>
              <a:t>- Reliable, lightweight, and usable</a:t>
            </a:r>
          </a:p>
          <a:p>
            <a:r>
              <a:t>Demo link (local): Open index.html</a:t>
            </a:r>
          </a:p>
          <a:p>
            <a:r>
              <a:t>GitHub suggestion: https://github.com/yourusername/clayscars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